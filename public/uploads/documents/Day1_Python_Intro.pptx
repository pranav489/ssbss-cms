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DE790-C98C-B4D5-F152-9E7682C44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1EF25D-3429-FE42-8047-09B80B0D3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5BFA7-087C-E1D6-48D1-11205796F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05348-1586-0045-12E9-40D0C382F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74BA1-DFBD-22E0-367F-CF9912D6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914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4577-5AB8-4B35-B5B6-7254C14A4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2C329-8FA2-D496-DB37-A043DFCCA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D7531-23BB-DAB1-3EEA-45BA0F92C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EBDF4-2A4F-18D7-E5EF-6F994A0D3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6EDE4-2B2C-DE43-64FC-0D497B564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94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8849B-A238-EA00-6A94-D433E62BB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6397B-F822-544C-764A-068DC00CF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49D96-5994-A661-E042-86B8A6B39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B5C8B-F621-B77A-0B44-FC6194A2F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BAD06-9E23-0CCE-0852-D8C5324CB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740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51175-2D66-CCAA-1AC4-D491F9EA3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924C0-0AA3-76A3-18EE-EAA55F0825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065EC-731F-2877-257D-76CB16DD6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E9B9F-8B4D-53E2-ECE1-778F6B233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2B1F9-982A-9582-7118-4EC8EFE4A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028FD-25ED-D023-9672-F5CCE874F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45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7F20-A4D1-608A-6BE0-0642751FF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6493A-51B1-AC6C-6C6A-E78B01DB5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AEF60-D560-6CA4-915B-9212CA686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FFF21E-2857-20B2-A1DB-B57AD3BF8B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C9584C-3C64-0A59-8E5B-D8B08F7D2B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A605B3-3DC3-5846-DF31-65C8624EC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843CE0-E629-3CF3-D9C0-47C385498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367B4-43F7-0187-C600-34A856136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7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98162-7284-7C92-27FA-9E7F92E2B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677C2D-851A-2342-1020-7788232BD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BD527D-9127-70D7-32D4-9CFAE7B32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A769DD-94CA-0309-C322-BC7D4DE7E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68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E38776-614F-8228-9D0B-8D87B2308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4AB5ED-206A-3759-881A-A1DDCE5E5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83560-028C-581D-8B27-B0E95C461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714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D427F-5701-B02D-1D06-68D3938A6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F8A23-3B55-9F23-62CC-8D78CEA46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886718-5FCE-F9CF-4C36-7235EF389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91CA6F-519C-440F-A268-7B1FF00D2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D6D38-A2FE-1D3B-1C6F-74680F9A3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77C5ED-7E54-0ACA-C65D-471B192E3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82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FD09B-E114-4779-3D6E-3574D83A3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C86907-6BD9-B8DE-86A2-21F7D063EA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D5E38-8E7A-85CA-BD6A-6C1454EFE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C6F802-F5F5-C63C-1D98-3567460A0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60512-9F55-E2BB-4234-1F39B4CDA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EA4890-52DD-49B9-574E-C679CE37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705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AFBD0-8C40-B8B4-A62C-534F83A9E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0E994A-FDDC-1A6C-ADBF-EAFE0E1E5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B371B-A403-6BED-9370-AF7353993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F3044-43F3-6325-8E3B-AB4316914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6A538-A1AE-F1E6-1D0D-1F1E483F1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84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056CD0-26CC-2EA1-C947-9DE6741CF7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08D1AE-A720-546B-1E36-A1E7508BA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BE762-6039-872C-CD5F-D2798701B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B6635-CB38-D132-9EEC-2FC5ACBAA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5CEB1-C8ED-6FF6-FB72-4DF0EF81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27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DD1399-E739-C809-ED5C-5821FBAFF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D6D6F-0E80-DFF5-9B92-5BA3FA438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121B1-8AA2-C18C-DA04-26AABDBAE5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11522-4751-26E1-BC5E-FF281AC05E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DDE18-07EC-7C17-7985-8DB13FD7B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1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1: Introduction to Programming &amp;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60‑Day Diploma Course – Artificial Intelligence &amp;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what programming is and why Python is widely used.</a:t>
            </a:r>
          </a:p>
          <a:p>
            <a:r>
              <a:t>Install Python and set up the environment.</a:t>
            </a:r>
          </a:p>
          <a:p>
            <a:r>
              <a:t>Write your first Python program.</a:t>
            </a:r>
          </a:p>
          <a:p>
            <a:r>
              <a:t>Learn about basic syntax, variables, and data types.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is the process of writing instructions a computer can execute.</a:t>
            </a:r>
          </a:p>
          <a:p>
            <a:r>
              <a:t>Why Learn Programming?</a:t>
            </a:r>
          </a:p>
          <a:p>
            <a:r>
              <a:t>• Automate repetitive tasks</a:t>
            </a:r>
          </a:p>
          <a:p>
            <a:r>
              <a:t>• Build applications, websites, and AI systems</a:t>
            </a:r>
          </a:p>
          <a:p>
            <a:r>
              <a:t>• Develop problem‑solving and logical thinking skills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and easy‑to‑read syntax (great for beginners)</a:t>
            </a:r>
          </a:p>
          <a:p>
            <a:r>
              <a:t>Huge library support (great for automation and AI)</a:t>
            </a:r>
          </a:p>
          <a:p>
            <a:r>
              <a:t>Used by companies like Google, NASA, Netflix</a:t>
            </a:r>
          </a:p>
          <a:p>
            <a:r>
              <a:t>Real‑world Applications:</a:t>
            </a:r>
          </a:p>
          <a:p>
            <a:r>
              <a:t>• AI &amp; Machine Learning</a:t>
            </a:r>
          </a:p>
          <a:p>
            <a:r>
              <a:t>• Web Development</a:t>
            </a:r>
          </a:p>
          <a:p>
            <a:r>
              <a:t>• Data Analysis</a:t>
            </a:r>
          </a:p>
          <a:p>
            <a:r>
              <a:t>• Automation (Excel, Web, Emails)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Download Python from python.org/downloads</a:t>
            </a:r>
          </a:p>
          <a:p>
            <a:r>
              <a:t>2. Run the installer and select “Add Python to PATH”</a:t>
            </a:r>
          </a:p>
          <a:p>
            <a:r>
              <a:t>3. Install VS Code or use Jupyter Notebooks for coding</a:t>
            </a:r>
          </a:p>
          <a:p>
            <a:r>
              <a:t>4. Verify installation with: python --version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First Python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print("Hello, world!")</a:t>
            </a:r>
          </a:p>
          <a:p>
            <a:r>
              <a:t>• print() is a built‑in function</a:t>
            </a:r>
          </a:p>
          <a:p>
            <a:r>
              <a:t>• "Hello, world!" is a string</a:t>
            </a:r>
          </a:p>
          <a:p>
            <a:r>
              <a:t>• Displays output to the console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Basics: Syntax &amp;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is case‑sensitive; indentation (4 spaces) defines blocks</a:t>
            </a:r>
          </a:p>
          <a:p>
            <a:r>
              <a:t>Variables are containers for storing data</a:t>
            </a:r>
          </a:p>
          <a:p>
            <a:r>
              <a:t>Example:</a:t>
            </a:r>
          </a:p>
          <a:p>
            <a:r>
              <a:t>name = "Alice"  # String</a:t>
            </a:r>
          </a:p>
          <a:p>
            <a:r>
              <a:t>age = 25         # Integer</a:t>
            </a:r>
          </a:p>
          <a:p>
            <a:r>
              <a:t>height = 5.7     # Float</a:t>
            </a:r>
          </a:p>
          <a:p>
            <a:r>
              <a:t>is_student = True  # Boolean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Write a program to print your name, age, and favorite color.</a:t>
            </a:r>
          </a:p>
          <a:p>
            <a:r>
              <a:t>2. Create variables for:</a:t>
            </a:r>
          </a:p>
          <a:p>
            <a:r>
              <a:t>• Your school/college name</a:t>
            </a:r>
          </a:p>
          <a:p>
            <a:r>
              <a:t>• A boolean indicating if you’re currently a student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Python and VS Code (or Jupyter).</a:t>
            </a:r>
          </a:p>
          <a:p>
            <a:r>
              <a:t>Write a Python script that:</a:t>
            </a:r>
          </a:p>
          <a:p>
            <a:r>
              <a:t>• Prints your name</a:t>
            </a:r>
          </a:p>
          <a:p>
            <a:r>
              <a:t>• Stores and prints your age</a:t>
            </a:r>
          </a:p>
          <a:p>
            <a:r>
              <a:t>• Stores your favorite food in a variable and prints 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1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Understood what programming is and why Python is useful.</a:t>
            </a:r>
          </a:p>
          <a:p>
            <a:r>
              <a:t>Set up the coding environment.</a:t>
            </a:r>
          </a:p>
          <a:p>
            <a:r>
              <a:t>Wrote and ran your first Python program.</a:t>
            </a:r>
          </a:p>
          <a:p>
            <a:r>
              <a:t>Learned about variables and basic data types.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397</Words>
  <Application>Microsoft Office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Day 1: Introduction to Programming &amp; Python</vt:lpstr>
      <vt:lpstr>Objectives</vt:lpstr>
      <vt:lpstr>Introduction to Programming</vt:lpstr>
      <vt:lpstr>Why Python?</vt:lpstr>
      <vt:lpstr>Installing Python</vt:lpstr>
      <vt:lpstr>Your First Python Program</vt:lpstr>
      <vt:lpstr>Python Basics: Syntax &amp; Variables</vt:lpstr>
      <vt:lpstr>Practice Exercise</vt:lpstr>
      <vt:lpstr>Homework</vt:lpstr>
      <vt:lpstr>Day 1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PRANAV SONAWANE</cp:lastModifiedBy>
  <cp:revision>2</cp:revision>
  <dcterms:created xsi:type="dcterms:W3CDTF">2013-01-27T09:14:16Z</dcterms:created>
  <dcterms:modified xsi:type="dcterms:W3CDTF">2025-06-01T09:43:59Z</dcterms:modified>
  <cp:category/>
</cp:coreProperties>
</file>