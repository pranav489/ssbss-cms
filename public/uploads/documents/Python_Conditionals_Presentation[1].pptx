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3" r:id="rId8"/>
    <p:sldId id="261" r:id="rId9"/>
    <p:sldId id="272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55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4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68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4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97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4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6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53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55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0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047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1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9810A-3AF7-B220-60D6-D341D5F799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</a:t>
            </a:r>
            <a:r>
              <a:rPr lang="en-US"/>
              <a:t>to python </a:t>
            </a:r>
            <a:r>
              <a:rPr lang="en-US" dirty="0"/>
              <a:t>programming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BB453-2245-4D18-5F75-EAA90ED758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Conditional Statements in Python</a:t>
            </a:r>
          </a:p>
        </p:txBody>
      </p:sp>
    </p:spTree>
    <p:extLst>
      <p:ext uri="{BB962C8B-B14F-4D97-AF65-F5344CB8AC3E}">
        <p14:creationId xmlns:p14="http://schemas.microsoft.com/office/powerpoint/2010/main" val="4162406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Topic: Python Conditional Statements</a:t>
            </a:r>
          </a:p>
          <a:p>
            <a:r>
              <a:rPr dirty="0"/>
              <a:t>Objectives:</a:t>
            </a:r>
          </a:p>
          <a:p>
            <a:r>
              <a:rPr dirty="0"/>
              <a:t>- Understand how Python executes conditions</a:t>
            </a:r>
            <a:r>
              <a:rPr lang="en-IN" dirty="0"/>
              <a:t>.</a:t>
            </a:r>
            <a:endParaRPr dirty="0"/>
          </a:p>
          <a:p>
            <a:r>
              <a:rPr dirty="0"/>
              <a:t>- Learn if, if-else, if-</a:t>
            </a:r>
            <a:r>
              <a:rPr dirty="0" err="1"/>
              <a:t>elif</a:t>
            </a:r>
            <a:r>
              <a:rPr dirty="0"/>
              <a:t>-else, and nested if</a:t>
            </a:r>
            <a:r>
              <a:rPr lang="en-IN" dirty="0"/>
              <a:t> statements.</a:t>
            </a:r>
            <a:endParaRPr dirty="0"/>
          </a:p>
          <a:p>
            <a:r>
              <a:rPr dirty="0"/>
              <a:t>- Practice real-world examples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of Conditional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Python checks conditions from top to bottom</a:t>
            </a:r>
          </a:p>
          <a:p>
            <a:r>
              <a:t>First True block runs; others are skipped</a:t>
            </a:r>
          </a:p>
          <a:p>
            <a:r>
              <a:t>Use else for fallback</a:t>
            </a:r>
          </a:p>
          <a:p>
            <a:r>
              <a:t>Diagram:</a:t>
            </a:r>
          </a:p>
          <a:p>
            <a:r>
              <a:t>if condition1:</a:t>
            </a:r>
          </a:p>
          <a:p>
            <a:r>
              <a:t>    do A</a:t>
            </a:r>
          </a:p>
          <a:p>
            <a:r>
              <a:t>elif condition2:</a:t>
            </a:r>
          </a:p>
          <a:p>
            <a:r>
              <a:t>    do B</a:t>
            </a:r>
          </a:p>
          <a:p>
            <a:r>
              <a:t>else:</a:t>
            </a:r>
          </a:p>
          <a:p>
            <a:r>
              <a:t>    do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Syntax:</a:t>
            </a:r>
          </a:p>
          <a:p>
            <a:r>
              <a:t>if condition:</a:t>
            </a:r>
          </a:p>
          <a:p>
            <a:r>
              <a:t>    block</a:t>
            </a:r>
          </a:p>
          <a:p>
            <a:r>
              <a:t>Example:</a:t>
            </a:r>
          </a:p>
          <a:p>
            <a:r>
              <a:t>x = 10</a:t>
            </a:r>
          </a:p>
          <a:p>
            <a:r>
              <a:t>if x &gt; 5:</a:t>
            </a:r>
          </a:p>
          <a:p>
            <a:r>
              <a:t>    print("x is greater than 5")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Syntax:</a:t>
            </a:r>
          </a:p>
          <a:p>
            <a:r>
              <a:t>if condition:</a:t>
            </a:r>
          </a:p>
          <a:p>
            <a:r>
              <a:t>    block A</a:t>
            </a:r>
          </a:p>
          <a:p>
            <a:r>
              <a:t>else:</a:t>
            </a:r>
          </a:p>
          <a:p>
            <a:r>
              <a:t>    block B</a:t>
            </a:r>
          </a:p>
          <a:p>
            <a:r>
              <a:t>Example:</a:t>
            </a:r>
          </a:p>
          <a:p>
            <a:r>
              <a:t>score = 45</a:t>
            </a:r>
          </a:p>
          <a:p>
            <a:r>
              <a:t>if score &gt;= 50:</a:t>
            </a:r>
          </a:p>
          <a:p>
            <a:r>
              <a:t>    print("Pass")</a:t>
            </a:r>
          </a:p>
          <a:p>
            <a:r>
              <a:t>else:</a:t>
            </a:r>
          </a:p>
          <a:p>
            <a:r>
              <a:t>    print("Fail")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if-elif-else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Useful for multiple conditions</a:t>
            </a:r>
          </a:p>
          <a:p>
            <a:r>
              <a:t>Example:</a:t>
            </a:r>
          </a:p>
          <a:p>
            <a:r>
              <a:t>num = 0</a:t>
            </a:r>
          </a:p>
          <a:p>
            <a:r>
              <a:t>if num &gt; 0:</a:t>
            </a:r>
          </a:p>
          <a:p>
            <a:r>
              <a:t>    print("Positive")</a:t>
            </a:r>
          </a:p>
          <a:p>
            <a:r>
              <a:t>elif num &lt; 0:</a:t>
            </a:r>
          </a:p>
          <a:p>
            <a:r>
              <a:t>    print("Negative")</a:t>
            </a:r>
          </a:p>
          <a:p>
            <a:r>
              <a:t>else:</a:t>
            </a:r>
          </a:p>
          <a:p>
            <a:r>
              <a:t>    print("Zero")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if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an if inside another if</a:t>
            </a:r>
          </a:p>
          <a:p>
            <a:r>
              <a:t>Example:</a:t>
            </a:r>
          </a:p>
          <a:p>
            <a:r>
              <a:t>age = 20</a:t>
            </a:r>
          </a:p>
          <a:p>
            <a:r>
              <a:t>citizen = True</a:t>
            </a:r>
          </a:p>
          <a:p>
            <a:r>
              <a:t>if age &gt;= 18:</a:t>
            </a:r>
          </a:p>
          <a:p>
            <a:r>
              <a:t>    if citizen:</a:t>
            </a:r>
          </a:p>
          <a:p>
            <a:r>
              <a:t>        print("Eligible to vote")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Relational</a:t>
            </a:r>
            <a:r>
              <a:rPr lang="en-IN" dirty="0"/>
              <a:t> Operators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Relational Operators are used to compare values and return a Boolean result (True or False).</a:t>
            </a:r>
          </a:p>
          <a:p>
            <a:r>
              <a:rPr dirty="0"/>
              <a:t>Relational</a:t>
            </a:r>
            <a:r>
              <a:rPr lang="en-IN" dirty="0"/>
              <a:t> Operators</a:t>
            </a:r>
            <a:r>
              <a:rPr dirty="0"/>
              <a:t>: ==, !=, &gt;, &lt;, &gt;=, &lt;=</a:t>
            </a:r>
          </a:p>
          <a:p>
            <a:r>
              <a:rPr lang="en-IN" dirty="0"/>
              <a:t>Equal To (==): Checks if two values are equal.</a:t>
            </a:r>
          </a:p>
          <a:p>
            <a:r>
              <a:rPr lang="en-IN" dirty="0"/>
              <a:t>Not Equal To (!=): Checks if two values are different.</a:t>
            </a:r>
          </a:p>
          <a:p>
            <a:r>
              <a:rPr lang="en-IN" dirty="0"/>
              <a:t>Greater than (&gt;): Checks if left values is greater than right value.</a:t>
            </a:r>
          </a:p>
          <a:p>
            <a:r>
              <a:rPr lang="en-IN" dirty="0"/>
              <a:t>Less than (&lt;): Checks if left value is less than right value.</a:t>
            </a:r>
          </a:p>
          <a:p>
            <a:r>
              <a:rPr lang="en-IN" dirty="0"/>
              <a:t>Greater than or Equal to (&gt;=): Checks if left value is greater than or equal to the right value.</a:t>
            </a:r>
          </a:p>
          <a:p>
            <a:r>
              <a:rPr lang="en-IN" dirty="0"/>
              <a:t>Less than or Equal to (&lt;=): Checks if left value is smaller than or equal to right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6370-A497-4CA8-F3D8-88E3922D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586F3-9BF0-F2D7-451F-A83550737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Logical operators are used to combine conditional statements (usually True or False values).</a:t>
            </a:r>
          </a:p>
          <a:p>
            <a:r>
              <a:rPr lang="en-US" dirty="0"/>
              <a:t>Logical Operators: and, or, not</a:t>
            </a:r>
          </a:p>
          <a:p>
            <a:r>
              <a:rPr lang="en-US" dirty="0"/>
              <a:t>and Operator: Returns True if both the statements are true.</a:t>
            </a:r>
          </a:p>
          <a:p>
            <a:r>
              <a:rPr lang="en-US" dirty="0"/>
              <a:t>or Operator: Returns True if at least one statement is true.</a:t>
            </a:r>
          </a:p>
          <a:p>
            <a:r>
              <a:rPr lang="en-US" dirty="0"/>
              <a:t>not Operator: Reverses the result: Truth becomes False and False becomes Truth.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54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Practice Tasks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Write a grading system</a:t>
            </a:r>
          </a:p>
          <a:p>
            <a:r>
              <a:rPr dirty="0"/>
              <a:t>2. Simulate login with role check</a:t>
            </a:r>
          </a:p>
          <a:p>
            <a:r>
              <a:rPr lang="en-IN" dirty="0"/>
              <a:t>3</a:t>
            </a:r>
            <a:r>
              <a:rPr dirty="0"/>
              <a:t>. Use nested if for eligibility checker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622</TotalTime>
  <Words>422</Words>
  <Application>Microsoft Office PowerPoint</Application>
  <PresentationFormat>On-screen Show (4:3)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Tw Cen MT</vt:lpstr>
      <vt:lpstr>Tw Cen MT Condensed</vt:lpstr>
      <vt:lpstr>Wingdings 3</vt:lpstr>
      <vt:lpstr>Integral</vt:lpstr>
      <vt:lpstr>Welcome to python programming</vt:lpstr>
      <vt:lpstr>Overview</vt:lpstr>
      <vt:lpstr>Flow of Conditional Execution</vt:lpstr>
      <vt:lpstr>Basic if Statement</vt:lpstr>
      <vt:lpstr>if-else Statement</vt:lpstr>
      <vt:lpstr>if-elif-else Statement</vt:lpstr>
      <vt:lpstr>Nested if Statements</vt:lpstr>
      <vt:lpstr>Relational Operators</vt:lpstr>
      <vt:lpstr>Logical operators</vt:lpstr>
      <vt:lpstr>Practice Tasks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PRANAV SONAWANE</dc:creator>
  <cp:keywords/>
  <dc:description>generated using python-pptx</dc:description>
  <cp:lastModifiedBy>PRANAV SONAWANE</cp:lastModifiedBy>
  <cp:revision>5</cp:revision>
  <dcterms:created xsi:type="dcterms:W3CDTF">2013-01-27T09:14:16Z</dcterms:created>
  <dcterms:modified xsi:type="dcterms:W3CDTF">2025-05-30T13:03:21Z</dcterms:modified>
  <cp:category/>
</cp:coreProperties>
</file>